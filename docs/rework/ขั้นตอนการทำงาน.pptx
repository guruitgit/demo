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8" r:id="rId5"/>
    <p:sldId id="257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2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0C9B-F353-1BAF-4B0B-500678080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6EBEC-955B-3235-DDC6-187C75C0C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FCB6C-BC40-C8BB-64E6-25AE297D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239F9-41D2-06FD-5DD6-23209861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3EC58-5B2F-1731-7CB4-B14BDE4C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0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A6452-039B-6847-FE5A-FEA557F2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CB9C7-A502-BF06-93B7-78239E757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1FED2-AF51-E11D-DCA4-87B0199F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E15FF-30C0-54D9-6C84-9047931B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9C413-876B-BD69-9683-77E5F71D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93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B61F-6810-BC90-65B4-0791707EF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942A1-FAB8-3520-5D95-84C391B95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BB41B-6102-F5CB-050A-E481B5B8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59259-CB4D-FA5A-4D83-46B601781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CFBCC-E364-504B-2948-DA9F3EA6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1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04AB-C695-97B1-9DBE-85BE81ED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3736A-D642-7317-FA0C-FD188F42F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10F59-82D8-6B03-4FB6-06F7E07DC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8C980-BFE9-F14D-7300-463213ED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31326-956F-583F-E31B-E6A53AD6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D276-F4B9-E145-4986-FEE31700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2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889F-886E-352B-BC31-8C28C5DF7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E2118-B60B-6A6F-0D21-03616C404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33D46-322A-B657-B87B-01AA5E227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8D5CB9-D89C-B297-1998-91DF14698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A9C2C-7E30-851C-5473-37CCF2A5E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42C8E-7EDD-90D8-5E38-DA7CF48EA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A31BA9-68EA-5287-52C0-ECD9683C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C1A01-CCFF-4A08-B025-66EFE334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94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A6AF-125D-65AD-09E2-D3467AC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A89C3-5029-23E5-988C-23ABCFD0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F9343-F111-B408-01BA-B2A48D041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45734-C7E1-A860-8BFA-EF58436E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6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0ACFD-175B-C340-D769-6CEA8F42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531D8-7CC4-4040-6027-E2F89C18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D1D19-02B4-9743-85DC-2898757CE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54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0A2C1-662E-DD7F-6DD5-68ED34B86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7B2CE-10EC-558C-BF23-60FB69A87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F8966-4DB5-1093-8904-718268DA5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33B89-EA99-01C5-0462-99725945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B83C9-8398-CDB2-60AF-93628772E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088E9-EDB9-98A9-7F65-1F66B2AB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E284-25E7-FC65-FF9D-D6B8FA83C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79990-4F93-BB9A-7584-2AA2AA836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FADDF-FA8B-4FB6-7265-10AA71C8B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0F171-F999-052A-7878-ACC531C4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EBFBD-17A2-8330-EE10-164A9017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52AD2-9440-6648-4299-99FF9EFA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7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D5AC-FDF5-639E-CF36-30289C0C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77E67-F103-4259-155E-C19047DE7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0330B-06E2-A9F6-29DD-F7C38841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78CBB-5EC4-E16E-5B7F-5A73F264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7C94D-71A4-0AEE-A12E-5C355652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7BD8CE-E0C1-223F-1533-CF7A4050E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D5620-DEE2-97A8-99C6-D6487DE30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3BB14-DFA9-C669-9A0C-555936734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52316-0742-790A-5395-BBEA1527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07F20-17C5-1F71-1566-3697983F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9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061A79-67B3-EF48-5D3F-2617C6638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DDFBB-2DCA-0E70-F15A-516268457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D9366-ED60-3060-AA30-4B54F9116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BA131-7C81-48AD-A56F-3010603673D0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2A062-9743-6D70-EE19-4E124A33B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1945D-343D-7487-B493-BF48C3354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5E610-CF5D-441E-ABF6-AE17DB1EA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14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90E19-14EA-D346-F06E-36469C438D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h-TH" dirty="0"/>
              <a:t>ขั้นตอนการทำงาน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21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F17E-0E87-6DB3-F1E4-EE624D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22872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0.</a:t>
            </a:r>
            <a:r>
              <a:rPr lang="th-TH" dirty="0"/>
              <a:t>คนสร้างตอนสร้างเสร็จเห็นหนังสือที่ตัวเองสร้าง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02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214604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979714" y="690465"/>
            <a:ext cx="6858000" cy="34616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รายระเอียดสารบรรณตรงกับตอนสร้างล่าสุด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DC21E5-5D3D-A46D-EED1-A97CC9B4151A}"/>
              </a:ext>
            </a:extLst>
          </p:cNvPr>
          <p:cNvSpPr/>
          <p:nvPr/>
        </p:nvSpPr>
        <p:spPr>
          <a:xfrm>
            <a:off x="8551504" y="1458879"/>
            <a:ext cx="2845837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ขอแก้ไขเอกสาร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98175-9BEF-2BE8-E745-B06D4A925E46}"/>
              </a:ext>
            </a:extLst>
          </p:cNvPr>
          <p:cNvSpPr/>
          <p:nvPr/>
        </p:nvSpPr>
        <p:spPr>
          <a:xfrm>
            <a:off x="979714" y="4320073"/>
            <a:ext cx="6858000" cy="191277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รายละเอียดเอกสารที่แนบอันใช้อันก่าปกติ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294F4-A545-4210-4204-6D41F1EFF545}"/>
              </a:ext>
            </a:extLst>
          </p:cNvPr>
          <p:cNvSpPr/>
          <p:nvPr/>
        </p:nvSpPr>
        <p:spPr>
          <a:xfrm>
            <a:off x="8313575" y="4362055"/>
            <a:ext cx="3321697" cy="2038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ไทม์ไลน์เปลี่ยนชื่อเป็นประวัติการทำงาน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6B5B64-1185-C529-572B-8A29C1BA7318}"/>
              </a:ext>
            </a:extLst>
          </p:cNvPr>
          <p:cNvSpPr/>
          <p:nvPr/>
        </p:nvSpPr>
        <p:spPr>
          <a:xfrm>
            <a:off x="8024326" y="690465"/>
            <a:ext cx="3610946" cy="4338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สถานะ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รอผู้อำนวยกอง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…. 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พิจารณา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6172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F17E-0E87-6DB3-F1E4-EE624D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22872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1.</a:t>
            </a:r>
            <a:r>
              <a:rPr lang="th-TH" dirty="0"/>
              <a:t>หัวหน้ากอง</a:t>
            </a:r>
            <a:r>
              <a:rPr lang="en-US" dirty="0"/>
              <a:t>/</a:t>
            </a:r>
            <a:r>
              <a:rPr lang="th-TH" dirty="0"/>
              <a:t>ผู้อำนวยการกองคนแรก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52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214604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979714" y="690465"/>
            <a:ext cx="6858000" cy="34616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รายระเอียดสารบรรณตรงกับตอนสร้างล่าสุด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DC21E5-5D3D-A46D-EED1-A97CC9B4151A}"/>
              </a:ext>
            </a:extLst>
          </p:cNvPr>
          <p:cNvSpPr/>
          <p:nvPr/>
        </p:nvSpPr>
        <p:spPr>
          <a:xfrm>
            <a:off x="8441094" y="1364599"/>
            <a:ext cx="2845837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เลือกกองที่เกี่ยวของ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3571A9-B850-4366-765A-70870A9F118A}"/>
              </a:ext>
            </a:extLst>
          </p:cNvPr>
          <p:cNvSpPr/>
          <p:nvPr/>
        </p:nvSpPr>
        <p:spPr>
          <a:xfrm>
            <a:off x="8441094" y="2043403"/>
            <a:ext cx="2845837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เลือกธุรการกองตัวเอง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5CFC79-1FFB-C233-392C-DB2BDA6E0AFB}"/>
              </a:ext>
            </a:extLst>
          </p:cNvPr>
          <p:cNvSpPr/>
          <p:nvPr/>
        </p:nvSpPr>
        <p:spPr>
          <a:xfrm>
            <a:off x="8441094" y="2873825"/>
            <a:ext cx="2845837" cy="5038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ส่งดำเนินการ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72B703-823D-C162-5D4F-41258C8F550F}"/>
              </a:ext>
            </a:extLst>
          </p:cNvPr>
          <p:cNvSpPr/>
          <p:nvPr/>
        </p:nvSpPr>
        <p:spPr>
          <a:xfrm>
            <a:off x="8441094" y="3690251"/>
            <a:ext cx="2845837" cy="50385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ตีกลับ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98175-9BEF-2BE8-E745-B06D4A925E46}"/>
              </a:ext>
            </a:extLst>
          </p:cNvPr>
          <p:cNvSpPr/>
          <p:nvPr/>
        </p:nvSpPr>
        <p:spPr>
          <a:xfrm>
            <a:off x="979714" y="4320072"/>
            <a:ext cx="6858000" cy="19594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รายละเอียดเอกสารที่แนบอันใช้อันก่าปกติ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294F4-A545-4210-4204-6D41F1EFF545}"/>
              </a:ext>
            </a:extLst>
          </p:cNvPr>
          <p:cNvSpPr/>
          <p:nvPr/>
        </p:nvSpPr>
        <p:spPr>
          <a:xfrm>
            <a:off x="8313575" y="4362055"/>
            <a:ext cx="3321697" cy="2038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ไทม์ไลน์เปลี่ยนชื่อเป็นประวัติการทำงาน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E84088-1833-3FD3-B8E5-33D6A143F769}"/>
              </a:ext>
            </a:extLst>
          </p:cNvPr>
          <p:cNvSpPr/>
          <p:nvPr/>
        </p:nvSpPr>
        <p:spPr>
          <a:xfrm>
            <a:off x="8112188" y="690465"/>
            <a:ext cx="3523083" cy="4991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สถานะ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รอผู้อำนวยกอง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…. 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พิจารณา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7163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F17E-0E87-6DB3-F1E4-EE624D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22872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2.</a:t>
            </a:r>
            <a:r>
              <a:rPr lang="th-TH" dirty="0"/>
              <a:t>ธุรการของกองแรกเซ็นส่งหัวหน้ากองถัดไป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05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214604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979714" y="690465"/>
            <a:ext cx="6858000" cy="34616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รายระเอียดสารบรรณตรงกับตอนสร้างล่าสุด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5CFC79-1FFB-C233-392C-DB2BDA6E0AFB}"/>
              </a:ext>
            </a:extLst>
          </p:cNvPr>
          <p:cNvSpPr/>
          <p:nvPr/>
        </p:nvSpPr>
        <p:spPr>
          <a:xfrm>
            <a:off x="8441094" y="2359863"/>
            <a:ext cx="2845837" cy="5038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ส่งดำเนินการ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72B703-823D-C162-5D4F-41258C8F550F}"/>
              </a:ext>
            </a:extLst>
          </p:cNvPr>
          <p:cNvSpPr/>
          <p:nvPr/>
        </p:nvSpPr>
        <p:spPr>
          <a:xfrm>
            <a:off x="8441094" y="3109032"/>
            <a:ext cx="2845837" cy="50385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ตีกลับ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98175-9BEF-2BE8-E745-B06D4A925E46}"/>
              </a:ext>
            </a:extLst>
          </p:cNvPr>
          <p:cNvSpPr/>
          <p:nvPr/>
        </p:nvSpPr>
        <p:spPr>
          <a:xfrm>
            <a:off x="979714" y="4320073"/>
            <a:ext cx="6858000" cy="17541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รายละเอียดเอกสารที่แนบอันใช้อันก่าปกติ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294F4-A545-4210-4204-6D41F1EFF545}"/>
              </a:ext>
            </a:extLst>
          </p:cNvPr>
          <p:cNvSpPr/>
          <p:nvPr/>
        </p:nvSpPr>
        <p:spPr>
          <a:xfrm>
            <a:off x="8303856" y="4320073"/>
            <a:ext cx="3321697" cy="2038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ไทม์ไลน์เปลี่ยนชื่อเป็นประวัติการทำงาน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A58ABE-1180-CB63-1768-1141510E7E25}"/>
              </a:ext>
            </a:extLst>
          </p:cNvPr>
          <p:cNvSpPr/>
          <p:nvPr/>
        </p:nvSpPr>
        <p:spPr>
          <a:xfrm>
            <a:off x="8403771" y="1701278"/>
            <a:ext cx="2845837" cy="50385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ประทับเซ็นเอกสาร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4C4154-0F0F-D645-A4F9-D94F187E2025}"/>
              </a:ext>
            </a:extLst>
          </p:cNvPr>
          <p:cNvSpPr/>
          <p:nvPr/>
        </p:nvSpPr>
        <p:spPr>
          <a:xfrm>
            <a:off x="8102470" y="690465"/>
            <a:ext cx="3523083" cy="4991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สถานะ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รอธุรการกอง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…. 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ดำเนินการ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1655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F17E-0E87-6DB3-F1E4-EE624D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22872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3.</a:t>
            </a:r>
            <a:r>
              <a:rPr lang="th-TH" dirty="0"/>
              <a:t>หัวหน้ากองที่สองเซ็นส่งธุการ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21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214604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979714" y="690465"/>
            <a:ext cx="6858000" cy="34616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รายระเอียดสารบรรณตรงกับตอนสร้างล่าสุด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5CFC79-1FFB-C233-392C-DB2BDA6E0AFB}"/>
              </a:ext>
            </a:extLst>
          </p:cNvPr>
          <p:cNvSpPr/>
          <p:nvPr/>
        </p:nvSpPr>
        <p:spPr>
          <a:xfrm>
            <a:off x="8441094" y="2744360"/>
            <a:ext cx="2845837" cy="5038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ส่งดำเนินการ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72B703-823D-C162-5D4F-41258C8F550F}"/>
              </a:ext>
            </a:extLst>
          </p:cNvPr>
          <p:cNvSpPr/>
          <p:nvPr/>
        </p:nvSpPr>
        <p:spPr>
          <a:xfrm>
            <a:off x="8441094" y="3451543"/>
            <a:ext cx="2845837" cy="50385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ตีกลับ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98175-9BEF-2BE8-E745-B06D4A925E46}"/>
              </a:ext>
            </a:extLst>
          </p:cNvPr>
          <p:cNvSpPr/>
          <p:nvPr/>
        </p:nvSpPr>
        <p:spPr>
          <a:xfrm>
            <a:off x="979714" y="4320073"/>
            <a:ext cx="6858000" cy="11476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รายละเอียดเอกสารที่แนบอันใช้อันก่าปกติ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294F4-A545-4210-4204-6D41F1EFF545}"/>
              </a:ext>
            </a:extLst>
          </p:cNvPr>
          <p:cNvSpPr/>
          <p:nvPr/>
        </p:nvSpPr>
        <p:spPr>
          <a:xfrm>
            <a:off x="8313575" y="4362055"/>
            <a:ext cx="3321697" cy="2038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ไทม์ไลน์เปลี่ยนชื่อเป็นประวัติการทำงาน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A58ABE-1180-CB63-1768-1141510E7E25}"/>
              </a:ext>
            </a:extLst>
          </p:cNvPr>
          <p:cNvSpPr/>
          <p:nvPr/>
        </p:nvSpPr>
        <p:spPr>
          <a:xfrm>
            <a:off x="8441094" y="2037177"/>
            <a:ext cx="2845837" cy="50385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ประทับเซ็นเอกสาร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56A2B4-0903-2F5E-3EB0-8F6338E2EEE1}"/>
              </a:ext>
            </a:extLst>
          </p:cNvPr>
          <p:cNvSpPr/>
          <p:nvPr/>
        </p:nvSpPr>
        <p:spPr>
          <a:xfrm>
            <a:off x="8441094" y="1378591"/>
            <a:ext cx="2845837" cy="5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เลือกธุรการกองตัวเอง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C4E4F-AFF2-2224-1089-42886341B7E5}"/>
              </a:ext>
            </a:extLst>
          </p:cNvPr>
          <p:cNvSpPr/>
          <p:nvPr/>
        </p:nvSpPr>
        <p:spPr>
          <a:xfrm>
            <a:off x="8102470" y="690465"/>
            <a:ext cx="3523083" cy="4991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สถานะ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รอผู้อำนวยกอง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…. 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ดำเนินการ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5671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F17E-0E87-6DB3-F1E4-EE624D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22872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4.</a:t>
            </a:r>
            <a:r>
              <a:rPr lang="th-TH" dirty="0"/>
              <a:t>ธุรการกองที่สองเซ็นและลงรับเลขทะเบียนรับ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020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214604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979714" y="690465"/>
            <a:ext cx="6858000" cy="34616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รายระเอียดสารบรรณตรงกับตอนสร้างล่าสุด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5CFC79-1FFB-C233-392C-DB2BDA6E0AFB}"/>
              </a:ext>
            </a:extLst>
          </p:cNvPr>
          <p:cNvSpPr/>
          <p:nvPr/>
        </p:nvSpPr>
        <p:spPr>
          <a:xfrm>
            <a:off x="8441092" y="3046042"/>
            <a:ext cx="2845837" cy="5038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ส่งดำเนินการ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72B703-823D-C162-5D4F-41258C8F550F}"/>
              </a:ext>
            </a:extLst>
          </p:cNvPr>
          <p:cNvSpPr/>
          <p:nvPr/>
        </p:nvSpPr>
        <p:spPr>
          <a:xfrm>
            <a:off x="8441092" y="3703469"/>
            <a:ext cx="2845837" cy="50385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ตีกลับ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98175-9BEF-2BE8-E745-B06D4A925E46}"/>
              </a:ext>
            </a:extLst>
          </p:cNvPr>
          <p:cNvSpPr/>
          <p:nvPr/>
        </p:nvSpPr>
        <p:spPr>
          <a:xfrm>
            <a:off x="979714" y="4320073"/>
            <a:ext cx="6858000" cy="11476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รายละเอียดเอกสารที่แนบอันใช้อันก่าปกติ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294F4-A545-4210-4204-6D41F1EFF545}"/>
              </a:ext>
            </a:extLst>
          </p:cNvPr>
          <p:cNvSpPr/>
          <p:nvPr/>
        </p:nvSpPr>
        <p:spPr>
          <a:xfrm>
            <a:off x="8313575" y="4362055"/>
            <a:ext cx="3321697" cy="2038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ไทม์ไลน์เปลี่ยนชื่อเป็นประวัติการทำงาน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A58ABE-1180-CB63-1768-1141510E7E25}"/>
              </a:ext>
            </a:extLst>
          </p:cNvPr>
          <p:cNvSpPr/>
          <p:nvPr/>
        </p:nvSpPr>
        <p:spPr>
          <a:xfrm>
            <a:off x="8441091" y="2442677"/>
            <a:ext cx="2845837" cy="50385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ประทับเซ็นเอกสาร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56A2B4-0903-2F5E-3EB0-8F6338E2EEE1}"/>
              </a:ext>
            </a:extLst>
          </p:cNvPr>
          <p:cNvSpPr/>
          <p:nvPr/>
        </p:nvSpPr>
        <p:spPr>
          <a:xfrm>
            <a:off x="8441091" y="1352920"/>
            <a:ext cx="2845837" cy="96457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ลงเลขทะเบียนรับกอง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C4E4F-AFF2-2224-1089-42886341B7E5}"/>
              </a:ext>
            </a:extLst>
          </p:cNvPr>
          <p:cNvSpPr/>
          <p:nvPr/>
        </p:nvSpPr>
        <p:spPr>
          <a:xfrm>
            <a:off x="8102470" y="690465"/>
            <a:ext cx="3523083" cy="4991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สถานะ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รอธุรการกอง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…. 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ดำเนินการ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34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F17E-0E87-6DB3-F1E4-EE624D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22872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5.</a:t>
            </a:r>
            <a:r>
              <a:rPr lang="th-TH" dirty="0"/>
              <a:t>ปลัดเซ็นส่งนายก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763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214604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979714" y="690465"/>
            <a:ext cx="6858000" cy="34616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รายระเอียดสารบรรณตรงกับตอนสร้างล่าสุด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5CFC79-1FFB-C233-392C-DB2BDA6E0AFB}"/>
              </a:ext>
            </a:extLst>
          </p:cNvPr>
          <p:cNvSpPr/>
          <p:nvPr/>
        </p:nvSpPr>
        <p:spPr>
          <a:xfrm>
            <a:off x="8441094" y="2744360"/>
            <a:ext cx="2845837" cy="5038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ส่งดำเนินการ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72B703-823D-C162-5D4F-41258C8F550F}"/>
              </a:ext>
            </a:extLst>
          </p:cNvPr>
          <p:cNvSpPr/>
          <p:nvPr/>
        </p:nvSpPr>
        <p:spPr>
          <a:xfrm>
            <a:off x="8441094" y="3451543"/>
            <a:ext cx="2845837" cy="50385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ตีกลับ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98175-9BEF-2BE8-E745-B06D4A925E46}"/>
              </a:ext>
            </a:extLst>
          </p:cNvPr>
          <p:cNvSpPr/>
          <p:nvPr/>
        </p:nvSpPr>
        <p:spPr>
          <a:xfrm>
            <a:off x="979714" y="4320073"/>
            <a:ext cx="6858000" cy="11476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รายละเอียดเอกสารที่แนบอันใช้อันก่าปกติ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294F4-A545-4210-4204-6D41F1EFF545}"/>
              </a:ext>
            </a:extLst>
          </p:cNvPr>
          <p:cNvSpPr/>
          <p:nvPr/>
        </p:nvSpPr>
        <p:spPr>
          <a:xfrm>
            <a:off x="8313575" y="4362055"/>
            <a:ext cx="3321697" cy="2038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ไทม์ไลน์เปลี่ยนชื่อเป็นประวัติการทำงาน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A58ABE-1180-CB63-1768-1141510E7E25}"/>
              </a:ext>
            </a:extLst>
          </p:cNvPr>
          <p:cNvSpPr/>
          <p:nvPr/>
        </p:nvSpPr>
        <p:spPr>
          <a:xfrm>
            <a:off x="8441094" y="2037177"/>
            <a:ext cx="2845837" cy="50385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ประทับเซ็นเอกสาร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C4E4F-AFF2-2224-1089-42886341B7E5}"/>
              </a:ext>
            </a:extLst>
          </p:cNvPr>
          <p:cNvSpPr/>
          <p:nvPr/>
        </p:nvSpPr>
        <p:spPr>
          <a:xfrm>
            <a:off x="8102470" y="690465"/>
            <a:ext cx="3523083" cy="4991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สถานะ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รอปลัด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…. 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ดำเนินการ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6275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F17E-0E87-6DB3-F1E4-EE624D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22872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6.</a:t>
            </a:r>
            <a:r>
              <a:rPr lang="th-TH" dirty="0"/>
              <a:t> นายกเซ็น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38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214604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979714" y="690465"/>
            <a:ext cx="6858000" cy="34616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รายระเอียดสารบรรณตรงกับตอนสร้างล่าสุด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5CFC79-1FFB-C233-392C-DB2BDA6E0AFB}"/>
              </a:ext>
            </a:extLst>
          </p:cNvPr>
          <p:cNvSpPr/>
          <p:nvPr/>
        </p:nvSpPr>
        <p:spPr>
          <a:xfrm>
            <a:off x="8441094" y="2744360"/>
            <a:ext cx="2845837" cy="5038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ส่งดำเนินการ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72B703-823D-C162-5D4F-41258C8F550F}"/>
              </a:ext>
            </a:extLst>
          </p:cNvPr>
          <p:cNvSpPr/>
          <p:nvPr/>
        </p:nvSpPr>
        <p:spPr>
          <a:xfrm>
            <a:off x="8441094" y="3451543"/>
            <a:ext cx="2845837" cy="50385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ตีกลับ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98175-9BEF-2BE8-E745-B06D4A925E46}"/>
              </a:ext>
            </a:extLst>
          </p:cNvPr>
          <p:cNvSpPr/>
          <p:nvPr/>
        </p:nvSpPr>
        <p:spPr>
          <a:xfrm>
            <a:off x="979714" y="4320073"/>
            <a:ext cx="6858000" cy="11476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รายละเอียดเอกสารที่แนบอันใช้อันก่าปกติ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294F4-A545-4210-4204-6D41F1EFF545}"/>
              </a:ext>
            </a:extLst>
          </p:cNvPr>
          <p:cNvSpPr/>
          <p:nvPr/>
        </p:nvSpPr>
        <p:spPr>
          <a:xfrm>
            <a:off x="8313575" y="4362055"/>
            <a:ext cx="3321697" cy="2038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ไทม์ไลน์เปลี่ยนชื่อเป็นประวัติการทำงาน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A58ABE-1180-CB63-1768-1141510E7E25}"/>
              </a:ext>
            </a:extLst>
          </p:cNvPr>
          <p:cNvSpPr/>
          <p:nvPr/>
        </p:nvSpPr>
        <p:spPr>
          <a:xfrm>
            <a:off x="8441094" y="2037177"/>
            <a:ext cx="2845837" cy="50385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ประทับเซ็นเอกสาร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C4E4F-AFF2-2224-1089-42886341B7E5}"/>
              </a:ext>
            </a:extLst>
          </p:cNvPr>
          <p:cNvSpPr/>
          <p:nvPr/>
        </p:nvSpPr>
        <p:spPr>
          <a:xfrm>
            <a:off x="8102470" y="690465"/>
            <a:ext cx="3523083" cy="4991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สถานะ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รอนายก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…. 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ดำเนินการ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7658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F17E-0E87-6DB3-F1E4-EE624D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22872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7.</a:t>
            </a:r>
            <a:r>
              <a:rPr lang="th-TH" dirty="0"/>
              <a:t> เสร็จแล้วจะดูรายละเอียดทั้งหมดเป็น </a:t>
            </a:r>
            <a:r>
              <a:rPr lang="en-US" dirty="0"/>
              <a:t>PDF</a:t>
            </a:r>
          </a:p>
        </p:txBody>
      </p:sp>
    </p:spTree>
    <p:extLst>
      <p:ext uri="{BB962C8B-B14F-4D97-AF65-F5344CB8AC3E}">
        <p14:creationId xmlns:p14="http://schemas.microsoft.com/office/powerpoint/2010/main" val="69767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214604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979714" y="690465"/>
            <a:ext cx="6858000" cy="34616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รายระเอียดสารบรรณตรงกับตอนสร้างล่าสุด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98175-9BEF-2BE8-E745-B06D4A925E46}"/>
              </a:ext>
            </a:extLst>
          </p:cNvPr>
          <p:cNvSpPr/>
          <p:nvPr/>
        </p:nvSpPr>
        <p:spPr>
          <a:xfrm>
            <a:off x="979714" y="4320073"/>
            <a:ext cx="6858000" cy="11476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รายละเอียดเอกสารที่แนบอันใช้อันก่าปกติ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294F4-A545-4210-4204-6D41F1EFF545}"/>
              </a:ext>
            </a:extLst>
          </p:cNvPr>
          <p:cNvSpPr/>
          <p:nvPr/>
        </p:nvSpPr>
        <p:spPr>
          <a:xfrm>
            <a:off x="8313575" y="4362055"/>
            <a:ext cx="3321697" cy="2038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ไทม์ไลน์เปลี่ยนชื่อเป็นประวัติการทำงาน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A58ABE-1180-CB63-1768-1141510E7E25}"/>
              </a:ext>
            </a:extLst>
          </p:cNvPr>
          <p:cNvSpPr/>
          <p:nvPr/>
        </p:nvSpPr>
        <p:spPr>
          <a:xfrm>
            <a:off x="8441094" y="2037177"/>
            <a:ext cx="2845837" cy="50385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ดูเอกสาร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C4E4F-AFF2-2224-1089-42886341B7E5}"/>
              </a:ext>
            </a:extLst>
          </p:cNvPr>
          <p:cNvSpPr/>
          <p:nvPr/>
        </p:nvSpPr>
        <p:spPr>
          <a:xfrm>
            <a:off x="8102470" y="690465"/>
            <a:ext cx="3402175" cy="4991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สถานะ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h-TH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เสร็จสิ้น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9159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214604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947680" y="629816"/>
            <a:ext cx="4028180" cy="57786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A4</a:t>
            </a:r>
            <a:r>
              <a:rPr lang="th-TH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PDF </a:t>
            </a:r>
            <a:r>
              <a:rPr lang="th-TH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หน้าแรกที่ผู้สร้างอัพโหลด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82BF76-CD11-537B-44F9-12B8C6276820}"/>
              </a:ext>
            </a:extLst>
          </p:cNvPr>
          <p:cNvSpPr/>
          <p:nvPr/>
        </p:nvSpPr>
        <p:spPr>
          <a:xfrm>
            <a:off x="1054360" y="783771"/>
            <a:ext cx="746448" cy="5505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h-TH" sz="1100" dirty="0"/>
              <a:t>กอง</a:t>
            </a:r>
            <a:r>
              <a:rPr lang="en-US" sz="1100" dirty="0"/>
              <a:t>..</a:t>
            </a:r>
            <a:endParaRPr lang="th-TH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h-TH" sz="1100" dirty="0"/>
              <a:t>กอง</a:t>
            </a:r>
            <a:r>
              <a:rPr lang="en-US" sz="1100" dirty="0"/>
              <a:t>..</a:t>
            </a:r>
            <a:endParaRPr lang="th-TH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A8D11-4ED4-38AE-3753-C89FD9E9ED74}"/>
              </a:ext>
            </a:extLst>
          </p:cNvPr>
          <p:cNvSpPr/>
          <p:nvPr/>
        </p:nvSpPr>
        <p:spPr>
          <a:xfrm>
            <a:off x="1886183" y="783771"/>
            <a:ext cx="746447" cy="6335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1000" dirty="0"/>
              <a:t>กอง</a:t>
            </a:r>
            <a:r>
              <a:rPr lang="en-US" sz="1000" dirty="0"/>
              <a:t>..</a:t>
            </a:r>
            <a:endParaRPr lang="th-TH" sz="1000" dirty="0"/>
          </a:p>
          <a:p>
            <a:r>
              <a:rPr lang="th-TH" sz="800" dirty="0"/>
              <a:t>เลขรับที่</a:t>
            </a:r>
            <a:r>
              <a:rPr lang="en-US" sz="800" dirty="0"/>
              <a:t> ….</a:t>
            </a:r>
            <a:endParaRPr lang="th-TH" sz="800" dirty="0"/>
          </a:p>
          <a:p>
            <a:r>
              <a:rPr lang="th-TH" sz="800" dirty="0"/>
              <a:t>วันที่</a:t>
            </a:r>
            <a:r>
              <a:rPr lang="en-US" sz="800" dirty="0"/>
              <a:t>…/…./…</a:t>
            </a:r>
          </a:p>
          <a:p>
            <a:r>
              <a:rPr lang="th-TH" sz="800" dirty="0"/>
              <a:t>เวลา </a:t>
            </a:r>
            <a:r>
              <a:rPr lang="en-US" sz="800" dirty="0"/>
              <a:t>…. </a:t>
            </a:r>
            <a:r>
              <a:rPr lang="th-TH" sz="800" dirty="0"/>
              <a:t>น</a:t>
            </a:r>
            <a:r>
              <a:rPr lang="en-US" sz="800" dirty="0"/>
              <a:t>.</a:t>
            </a:r>
            <a:endParaRPr lang="th-TH" sz="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128E1F-82D5-0A0A-AFED-222E211510F2}"/>
              </a:ext>
            </a:extLst>
          </p:cNvPr>
          <p:cNvSpPr/>
          <p:nvPr/>
        </p:nvSpPr>
        <p:spPr>
          <a:xfrm>
            <a:off x="3646403" y="783771"/>
            <a:ext cx="1093237" cy="6335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700" dirty="0"/>
              <a:t>องค์การบริหารส่วนตำบลลำนางรอง</a:t>
            </a:r>
          </a:p>
          <a:p>
            <a:r>
              <a:rPr lang="th-TH" sz="800" dirty="0"/>
              <a:t>เลขรับที่</a:t>
            </a:r>
            <a:r>
              <a:rPr lang="en-US" sz="800" dirty="0"/>
              <a:t> ……….</a:t>
            </a:r>
            <a:endParaRPr lang="th-TH" sz="800" dirty="0"/>
          </a:p>
          <a:p>
            <a:r>
              <a:rPr lang="th-TH" sz="800" dirty="0"/>
              <a:t>วันที่</a:t>
            </a:r>
            <a:r>
              <a:rPr lang="en-US" sz="800" dirty="0"/>
              <a:t>…/…./…</a:t>
            </a:r>
          </a:p>
          <a:p>
            <a:r>
              <a:rPr lang="th-TH" sz="800" dirty="0"/>
              <a:t>เวลา </a:t>
            </a:r>
            <a:r>
              <a:rPr lang="en-US" sz="800" dirty="0"/>
              <a:t>…. ….</a:t>
            </a:r>
            <a:r>
              <a:rPr lang="th-TH" sz="800" dirty="0"/>
              <a:t>น</a:t>
            </a:r>
            <a:r>
              <a:rPr lang="en-US" sz="800" dirty="0"/>
              <a:t>.</a:t>
            </a:r>
            <a:endParaRPr lang="th-TH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D20FD-4DB2-10E4-4632-1E28DC945785}"/>
              </a:ext>
            </a:extLst>
          </p:cNvPr>
          <p:cNvSpPr txBox="1"/>
          <p:nvPr/>
        </p:nvSpPr>
        <p:spPr>
          <a:xfrm>
            <a:off x="5875020" y="937260"/>
            <a:ext cx="381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เราจะทำเป็น </a:t>
            </a:r>
            <a:r>
              <a:rPr lang="en-US" dirty="0"/>
              <a:t>overlay </a:t>
            </a:r>
            <a:r>
              <a:rPr lang="th-TH" dirty="0"/>
              <a:t>ทับกับเอกสารเดิมไม่สร้าง</a:t>
            </a:r>
            <a:r>
              <a:rPr lang="en-US" dirty="0"/>
              <a:t> template </a:t>
            </a:r>
            <a:r>
              <a:rPr lang="th-TH" dirty="0"/>
              <a:t>ใหม่แล้ว</a:t>
            </a:r>
          </a:p>
          <a:p>
            <a:r>
              <a:rPr lang="th-TH" dirty="0"/>
              <a:t>เป็นไปได้อยากให้ผู้สร้างสามารถขยับ</a:t>
            </a:r>
            <a:r>
              <a:rPr lang="en-US" dirty="0"/>
              <a:t> overlay </a:t>
            </a:r>
            <a:r>
              <a:rPr lang="th-TH" dirty="0"/>
              <a:t>ตอนสร้างได้เป็น </a:t>
            </a:r>
            <a:r>
              <a:rPr lang="en-US" dirty="0"/>
              <a:t>canvas</a:t>
            </a:r>
            <a:r>
              <a:rPr lang="th-TH" dirty="0"/>
              <a:t>ให้เหมาะกับ </a:t>
            </a:r>
            <a:r>
              <a:rPr lang="en-US" dirty="0"/>
              <a:t>PDF </a:t>
            </a:r>
            <a:r>
              <a:rPr lang="th-TH" dirty="0"/>
              <a:t>ฉบับนั้นๆ</a:t>
            </a:r>
            <a:endParaRPr lang="en-US" dirty="0"/>
          </a:p>
          <a:p>
            <a:r>
              <a:rPr lang="th-TH" dirty="0"/>
              <a:t>บาง </a:t>
            </a:r>
            <a:r>
              <a:rPr lang="en-US" dirty="0"/>
              <a:t>pdf </a:t>
            </a:r>
            <a:r>
              <a:rPr lang="th-TH" dirty="0"/>
              <a:t>มีหลายหน้าเขาจะเลือกหน้าได้ว่าเอา</a:t>
            </a:r>
            <a:r>
              <a:rPr lang="en-US" dirty="0"/>
              <a:t>overlay </a:t>
            </a:r>
            <a:r>
              <a:rPr lang="th-TH" dirty="0"/>
              <a:t>ไว้ในหน้าไหนและกดเพิ่มหน้า ปล่าวได้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4C8DC-032B-34BB-81BB-42B9DCCEDA38}"/>
              </a:ext>
            </a:extLst>
          </p:cNvPr>
          <p:cNvSpPr txBox="1"/>
          <p:nvPr/>
        </p:nvSpPr>
        <p:spPr>
          <a:xfrm>
            <a:off x="5875020" y="2689860"/>
            <a:ext cx="3581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จะมี</a:t>
            </a:r>
            <a:r>
              <a:rPr lang="en-US" dirty="0"/>
              <a:t>4 </a:t>
            </a:r>
            <a:r>
              <a:rPr lang="th-TH" dirty="0"/>
              <a:t>ส่วนที่เป็น </a:t>
            </a:r>
            <a:r>
              <a:rPr lang="en-US" dirty="0"/>
              <a:t>overlay</a:t>
            </a:r>
          </a:p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dirty="0"/>
              <a:t>.</a:t>
            </a:r>
            <a:r>
              <a:rPr lang="th-TH" sz="1800" dirty="0"/>
              <a:t> กอง</a:t>
            </a:r>
            <a:r>
              <a:rPr lang="th-TH" dirty="0"/>
              <a:t> </a:t>
            </a:r>
            <a:r>
              <a:rPr lang="th-TH" sz="1800" dirty="0"/>
              <a:t>คือกองที่เกี่ยวข้องที่หัวหน้ากองคนแรกเลือก</a:t>
            </a:r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/>
              <a:t>.</a:t>
            </a:r>
            <a:r>
              <a:rPr lang="th-TH" dirty="0"/>
              <a:t>คือ เลขทะเบียนรับกอง ของธุรการกองที่เกี่ยวข้อง</a:t>
            </a:r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3</a:t>
            </a:r>
            <a:r>
              <a:rPr lang="en-US" dirty="0"/>
              <a:t>.</a:t>
            </a:r>
            <a:r>
              <a:rPr lang="th-TH" dirty="0"/>
              <a:t> คือ เลขทะเบียนรับ ตอนที่คนสร้างกรอก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.</a:t>
            </a:r>
            <a:r>
              <a:rPr lang="th-TH" dirty="0"/>
              <a:t>รวมลายเซ็นทุกคนพร้อมหมายเหตุถ้ามี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77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166085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947680" y="629816"/>
            <a:ext cx="4028180" cy="57786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A4</a:t>
            </a:r>
            <a:r>
              <a:rPr lang="th-TH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เพิ่มหน้าใหม่ขึ้นมา 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D20FD-4DB2-10E4-4632-1E28DC945785}"/>
              </a:ext>
            </a:extLst>
          </p:cNvPr>
          <p:cNvSpPr txBox="1"/>
          <p:nvPr/>
        </p:nvSpPr>
        <p:spPr>
          <a:xfrm>
            <a:off x="5875020" y="937260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เราจะทำเป็น </a:t>
            </a:r>
            <a:r>
              <a:rPr lang="en-US" dirty="0"/>
              <a:t>overlay </a:t>
            </a:r>
            <a:r>
              <a:rPr lang="th-TH" dirty="0"/>
              <a:t>ทับกับเอกสารเดิมไม่สร้าง</a:t>
            </a:r>
            <a:r>
              <a:rPr lang="en-US" dirty="0"/>
              <a:t> template </a:t>
            </a:r>
            <a:r>
              <a:rPr lang="th-TH" dirty="0"/>
              <a:t>ใหม่แล้ว</a:t>
            </a:r>
          </a:p>
          <a:p>
            <a:r>
              <a:rPr lang="th-TH" dirty="0"/>
              <a:t>เป็นไปได้อยากให้ผู้สร้างสามารถขยับ</a:t>
            </a:r>
            <a:r>
              <a:rPr lang="en-US" dirty="0"/>
              <a:t> overlay </a:t>
            </a:r>
            <a:r>
              <a:rPr lang="th-TH" dirty="0"/>
              <a:t>ตอนสร้างให้เหมากับ </a:t>
            </a:r>
            <a:r>
              <a:rPr lang="en-US" dirty="0"/>
              <a:t>PDF </a:t>
            </a:r>
            <a:r>
              <a:rPr lang="th-TH" dirty="0"/>
              <a:t>ฉบับนั้นๆ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4C8DC-032B-34BB-81BB-42B9DCCEDA38}"/>
              </a:ext>
            </a:extLst>
          </p:cNvPr>
          <p:cNvSpPr txBox="1"/>
          <p:nvPr/>
        </p:nvSpPr>
        <p:spPr>
          <a:xfrm>
            <a:off x="5875020" y="2689860"/>
            <a:ext cx="3581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จะมี</a:t>
            </a:r>
            <a:r>
              <a:rPr lang="en-US" dirty="0"/>
              <a:t>4 </a:t>
            </a:r>
            <a:r>
              <a:rPr lang="th-TH" dirty="0"/>
              <a:t>ส่วนที่เป็น </a:t>
            </a:r>
            <a:r>
              <a:rPr lang="en-US" dirty="0"/>
              <a:t>overlay</a:t>
            </a:r>
          </a:p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dirty="0"/>
              <a:t>.</a:t>
            </a:r>
            <a:r>
              <a:rPr lang="th-TH" sz="1800" dirty="0"/>
              <a:t> กอง</a:t>
            </a:r>
            <a:r>
              <a:rPr lang="th-TH" dirty="0"/>
              <a:t> </a:t>
            </a:r>
            <a:r>
              <a:rPr lang="th-TH" sz="1800" dirty="0"/>
              <a:t>คือกองที่เกี่ยวข้องที่หัวหน้ากองคนแรกเลือก</a:t>
            </a:r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/>
              <a:t>.</a:t>
            </a:r>
            <a:r>
              <a:rPr lang="th-TH" dirty="0"/>
              <a:t>คือ เลขทะเบียนรับกอง ของธุรการกองที่เกี่ยวข้อง</a:t>
            </a:r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3</a:t>
            </a:r>
            <a:r>
              <a:rPr lang="en-US" dirty="0"/>
              <a:t>.</a:t>
            </a:r>
            <a:r>
              <a:rPr lang="th-TH" dirty="0"/>
              <a:t> คือ เลขทะเบียนรับ ตอนที่คนสร้างกรอก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.</a:t>
            </a:r>
            <a:r>
              <a:rPr lang="th-TH" dirty="0"/>
              <a:t>รวมลายเซ็นทุกคนในหน้าใหม่พร้อมหมายเหตุถ้ามีและจะเรียงแค่ครึ่งหน้าเท่านั้น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0DB2B2-0A8F-AC4F-3B49-D87710BF4EBA}"/>
              </a:ext>
            </a:extLst>
          </p:cNvPr>
          <p:cNvSpPr/>
          <p:nvPr/>
        </p:nvSpPr>
        <p:spPr>
          <a:xfrm>
            <a:off x="1352783" y="1083821"/>
            <a:ext cx="1093237" cy="5638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800" dirty="0"/>
              <a:t>ลายเซ็น</a:t>
            </a:r>
          </a:p>
          <a:p>
            <a:pPr algn="ctr"/>
            <a:endParaRPr lang="th-TH" sz="800" dirty="0"/>
          </a:p>
          <a:p>
            <a:pPr algn="ctr"/>
            <a:r>
              <a:rPr lang="en-US" sz="800" dirty="0"/>
              <a:t>(</a:t>
            </a:r>
            <a:r>
              <a:rPr lang="th-TH" sz="800" dirty="0"/>
              <a:t>ชื่อนาม สกุล</a:t>
            </a:r>
            <a:r>
              <a:rPr lang="en-US" sz="800" dirty="0"/>
              <a:t>)</a:t>
            </a:r>
            <a:endParaRPr lang="th-TH" sz="800" dirty="0"/>
          </a:p>
          <a:p>
            <a:pPr algn="ctr"/>
            <a:r>
              <a:rPr lang="th-TH" sz="800" dirty="0"/>
              <a:t>ตำแหน่ง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966FFD-A573-97B5-BD1F-F481A2BEB48E}"/>
              </a:ext>
            </a:extLst>
          </p:cNvPr>
          <p:cNvSpPr/>
          <p:nvPr/>
        </p:nvSpPr>
        <p:spPr>
          <a:xfrm>
            <a:off x="1352779" y="2101706"/>
            <a:ext cx="1093237" cy="5638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800" dirty="0"/>
              <a:t>ลายเซ็น</a:t>
            </a:r>
          </a:p>
          <a:p>
            <a:pPr algn="ctr"/>
            <a:endParaRPr lang="th-TH" sz="800" dirty="0"/>
          </a:p>
          <a:p>
            <a:pPr algn="ctr"/>
            <a:r>
              <a:rPr lang="en-US" sz="800" dirty="0"/>
              <a:t>(</a:t>
            </a:r>
            <a:r>
              <a:rPr lang="th-TH" sz="800" dirty="0"/>
              <a:t>ชื่อนาม สกุล</a:t>
            </a:r>
            <a:r>
              <a:rPr lang="en-US" sz="800" dirty="0"/>
              <a:t>)</a:t>
            </a:r>
          </a:p>
          <a:p>
            <a:pPr algn="ctr"/>
            <a:r>
              <a:rPr lang="th-TH" sz="800" dirty="0"/>
              <a:t>ตำแหน่ง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4400CA-D05A-9813-C660-02D5C1137745}"/>
              </a:ext>
            </a:extLst>
          </p:cNvPr>
          <p:cNvSpPr/>
          <p:nvPr/>
        </p:nvSpPr>
        <p:spPr>
          <a:xfrm>
            <a:off x="1352780" y="3256765"/>
            <a:ext cx="1093237" cy="5638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800" dirty="0"/>
              <a:t>ลายเซ็น</a:t>
            </a:r>
          </a:p>
          <a:p>
            <a:pPr algn="ctr"/>
            <a:endParaRPr lang="th-TH" sz="800" dirty="0"/>
          </a:p>
          <a:p>
            <a:pPr algn="ctr"/>
            <a:r>
              <a:rPr lang="en-US" sz="800" dirty="0"/>
              <a:t>(</a:t>
            </a:r>
            <a:r>
              <a:rPr lang="th-TH" sz="800" dirty="0"/>
              <a:t>ชื่อนาม สกุล</a:t>
            </a:r>
            <a:r>
              <a:rPr lang="en-US" sz="800" dirty="0"/>
              <a:t>)</a:t>
            </a:r>
            <a:endParaRPr lang="th-TH" sz="800" dirty="0"/>
          </a:p>
          <a:p>
            <a:pPr algn="ctr"/>
            <a:r>
              <a:rPr lang="th-TH" sz="800" dirty="0"/>
              <a:t>ปลัด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248B5B-064D-21E1-9B58-15A007D204C5}"/>
              </a:ext>
            </a:extLst>
          </p:cNvPr>
          <p:cNvSpPr/>
          <p:nvPr/>
        </p:nvSpPr>
        <p:spPr>
          <a:xfrm>
            <a:off x="1352781" y="4444186"/>
            <a:ext cx="1093237" cy="5638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800" dirty="0"/>
              <a:t>ลายเซ็น</a:t>
            </a:r>
          </a:p>
          <a:p>
            <a:pPr algn="ctr"/>
            <a:endParaRPr lang="th-TH" sz="800" dirty="0"/>
          </a:p>
          <a:p>
            <a:pPr algn="ctr"/>
            <a:r>
              <a:rPr lang="en-US" sz="800" dirty="0"/>
              <a:t>(</a:t>
            </a:r>
            <a:r>
              <a:rPr lang="th-TH" sz="800" dirty="0"/>
              <a:t>ชื่อนาม สกุล</a:t>
            </a:r>
            <a:r>
              <a:rPr lang="en-US" sz="800" dirty="0"/>
              <a:t>)</a:t>
            </a:r>
            <a:endParaRPr lang="th-TH" sz="800" dirty="0"/>
          </a:p>
          <a:p>
            <a:pPr algn="ctr"/>
            <a:r>
              <a:rPr lang="th-TH" sz="800" dirty="0"/>
              <a:t>นายก</a:t>
            </a:r>
          </a:p>
        </p:txBody>
      </p:sp>
    </p:spTree>
    <p:extLst>
      <p:ext uri="{BB962C8B-B14F-4D97-AF65-F5344CB8AC3E}">
        <p14:creationId xmlns:p14="http://schemas.microsoft.com/office/powerpoint/2010/main" val="367940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78D499-E743-02C4-D442-58E3F3E50C3A}"/>
              </a:ext>
            </a:extLst>
          </p:cNvPr>
          <p:cNvSpPr/>
          <p:nvPr/>
        </p:nvSpPr>
        <p:spPr>
          <a:xfrm>
            <a:off x="376334" y="166085"/>
            <a:ext cx="11439331" cy="62795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6681-F741-B94F-9100-3F35D5ADD715}"/>
              </a:ext>
            </a:extLst>
          </p:cNvPr>
          <p:cNvSpPr/>
          <p:nvPr/>
        </p:nvSpPr>
        <p:spPr>
          <a:xfrm>
            <a:off x="5062480" y="412413"/>
            <a:ext cx="4028180" cy="57786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A4</a:t>
            </a:r>
            <a:r>
              <a:rPr lang="th-TH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เพิ่มหน้าใหม่ขึ้นมา 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D20FD-4DB2-10E4-4632-1E28DC945785}"/>
              </a:ext>
            </a:extLst>
          </p:cNvPr>
          <p:cNvSpPr txBox="1"/>
          <p:nvPr/>
        </p:nvSpPr>
        <p:spPr>
          <a:xfrm>
            <a:off x="9261060" y="5689881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โดยรวมเมื่อกดมาจะแสดงแบบนี้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0DB2B2-0A8F-AC4F-3B49-D87710BF4EBA}"/>
              </a:ext>
            </a:extLst>
          </p:cNvPr>
          <p:cNvSpPr/>
          <p:nvPr/>
        </p:nvSpPr>
        <p:spPr>
          <a:xfrm>
            <a:off x="5467583" y="866418"/>
            <a:ext cx="1093237" cy="5638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800" dirty="0"/>
              <a:t>ลายเซ็น</a:t>
            </a:r>
          </a:p>
          <a:p>
            <a:pPr algn="ctr"/>
            <a:endParaRPr lang="th-TH" sz="800" dirty="0"/>
          </a:p>
          <a:p>
            <a:pPr algn="ctr"/>
            <a:r>
              <a:rPr lang="en-US" sz="800" dirty="0"/>
              <a:t>(</a:t>
            </a:r>
            <a:r>
              <a:rPr lang="th-TH" sz="800" dirty="0"/>
              <a:t>ชื่อนาม สกุล</a:t>
            </a:r>
            <a:r>
              <a:rPr lang="en-US" sz="800" dirty="0"/>
              <a:t>)</a:t>
            </a:r>
            <a:endParaRPr lang="th-TH" sz="800" dirty="0"/>
          </a:p>
          <a:p>
            <a:pPr algn="ctr"/>
            <a:r>
              <a:rPr lang="th-TH" sz="800" dirty="0"/>
              <a:t>ตำแหน่ง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966FFD-A573-97B5-BD1F-F481A2BEB48E}"/>
              </a:ext>
            </a:extLst>
          </p:cNvPr>
          <p:cNvSpPr/>
          <p:nvPr/>
        </p:nvSpPr>
        <p:spPr>
          <a:xfrm>
            <a:off x="5467579" y="1884303"/>
            <a:ext cx="1093237" cy="5638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800" dirty="0"/>
              <a:t>ลายเซ็น</a:t>
            </a:r>
          </a:p>
          <a:p>
            <a:pPr algn="ctr"/>
            <a:endParaRPr lang="th-TH" sz="800" dirty="0"/>
          </a:p>
          <a:p>
            <a:pPr algn="ctr"/>
            <a:r>
              <a:rPr lang="en-US" sz="800" dirty="0"/>
              <a:t>(</a:t>
            </a:r>
            <a:r>
              <a:rPr lang="th-TH" sz="800" dirty="0"/>
              <a:t>ชื่อนาม สกุล</a:t>
            </a:r>
            <a:r>
              <a:rPr lang="en-US" sz="800" dirty="0"/>
              <a:t>)</a:t>
            </a:r>
          </a:p>
          <a:p>
            <a:pPr algn="ctr"/>
            <a:r>
              <a:rPr lang="th-TH" sz="800" dirty="0"/>
              <a:t>ตำแหน่ง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4400CA-D05A-9813-C660-02D5C1137745}"/>
              </a:ext>
            </a:extLst>
          </p:cNvPr>
          <p:cNvSpPr/>
          <p:nvPr/>
        </p:nvSpPr>
        <p:spPr>
          <a:xfrm>
            <a:off x="5467580" y="3039362"/>
            <a:ext cx="1093237" cy="5638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800" dirty="0"/>
              <a:t>ลายเซ็น</a:t>
            </a:r>
          </a:p>
          <a:p>
            <a:pPr algn="ctr"/>
            <a:endParaRPr lang="th-TH" sz="800" dirty="0"/>
          </a:p>
          <a:p>
            <a:pPr algn="ctr"/>
            <a:r>
              <a:rPr lang="en-US" sz="800" dirty="0"/>
              <a:t>(</a:t>
            </a:r>
            <a:r>
              <a:rPr lang="th-TH" sz="800" dirty="0"/>
              <a:t>ชื่อนาม สกุล</a:t>
            </a:r>
            <a:r>
              <a:rPr lang="en-US" sz="800" dirty="0"/>
              <a:t>)</a:t>
            </a:r>
            <a:endParaRPr lang="th-TH" sz="800" dirty="0"/>
          </a:p>
          <a:p>
            <a:pPr algn="ctr"/>
            <a:r>
              <a:rPr lang="th-TH" sz="800" dirty="0"/>
              <a:t>ปลัด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248B5B-064D-21E1-9B58-15A007D204C5}"/>
              </a:ext>
            </a:extLst>
          </p:cNvPr>
          <p:cNvSpPr/>
          <p:nvPr/>
        </p:nvSpPr>
        <p:spPr>
          <a:xfrm>
            <a:off x="5467581" y="4226783"/>
            <a:ext cx="1093237" cy="5638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800" dirty="0"/>
              <a:t>ลายเซ็น</a:t>
            </a:r>
          </a:p>
          <a:p>
            <a:pPr algn="ctr"/>
            <a:endParaRPr lang="th-TH" sz="800" dirty="0"/>
          </a:p>
          <a:p>
            <a:pPr algn="ctr"/>
            <a:r>
              <a:rPr lang="en-US" sz="800" dirty="0"/>
              <a:t>(</a:t>
            </a:r>
            <a:r>
              <a:rPr lang="th-TH" sz="800" dirty="0"/>
              <a:t>ชื่อนาม สกุล</a:t>
            </a:r>
            <a:r>
              <a:rPr lang="en-US" sz="800" dirty="0"/>
              <a:t>)</a:t>
            </a:r>
            <a:endParaRPr lang="th-TH" sz="800" dirty="0"/>
          </a:p>
          <a:p>
            <a:pPr algn="ctr"/>
            <a:r>
              <a:rPr lang="th-TH" sz="800" dirty="0"/>
              <a:t>นายก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350D12-B955-161F-BBE9-35CB227E640A}"/>
              </a:ext>
            </a:extLst>
          </p:cNvPr>
          <p:cNvSpPr/>
          <p:nvPr/>
        </p:nvSpPr>
        <p:spPr>
          <a:xfrm>
            <a:off x="625812" y="412413"/>
            <a:ext cx="4028180" cy="57786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A4</a:t>
            </a:r>
            <a:r>
              <a:rPr lang="th-TH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PDF </a:t>
            </a:r>
            <a:r>
              <a:rPr lang="th-TH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หน้าแรกที่ผู้สร้างอัพโหลด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7D256F-E0E6-EB39-3CA1-EAAE3B7D6B5F}"/>
              </a:ext>
            </a:extLst>
          </p:cNvPr>
          <p:cNvSpPr/>
          <p:nvPr/>
        </p:nvSpPr>
        <p:spPr>
          <a:xfrm>
            <a:off x="732492" y="566368"/>
            <a:ext cx="746448" cy="5505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h-TH" sz="1100" dirty="0"/>
              <a:t>กอง</a:t>
            </a:r>
            <a:r>
              <a:rPr lang="en-US" sz="1100" dirty="0"/>
              <a:t>..</a:t>
            </a:r>
            <a:endParaRPr lang="th-TH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h-TH" sz="1100" dirty="0"/>
              <a:t>กอง</a:t>
            </a:r>
            <a:r>
              <a:rPr lang="en-US" sz="1100" dirty="0"/>
              <a:t>..</a:t>
            </a:r>
            <a:endParaRPr lang="th-TH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1C1929-CDEE-9127-3C79-50C6F40E2A56}"/>
              </a:ext>
            </a:extLst>
          </p:cNvPr>
          <p:cNvSpPr/>
          <p:nvPr/>
        </p:nvSpPr>
        <p:spPr>
          <a:xfrm>
            <a:off x="1564315" y="566368"/>
            <a:ext cx="746447" cy="6335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1000" dirty="0"/>
              <a:t>กอง</a:t>
            </a:r>
            <a:r>
              <a:rPr lang="en-US" sz="1000" dirty="0"/>
              <a:t>..</a:t>
            </a:r>
            <a:endParaRPr lang="th-TH" sz="1000" dirty="0"/>
          </a:p>
          <a:p>
            <a:r>
              <a:rPr lang="th-TH" sz="800" dirty="0"/>
              <a:t>เลขรับที่</a:t>
            </a:r>
            <a:r>
              <a:rPr lang="en-US" sz="800" dirty="0"/>
              <a:t> ….</a:t>
            </a:r>
            <a:endParaRPr lang="th-TH" sz="800" dirty="0"/>
          </a:p>
          <a:p>
            <a:r>
              <a:rPr lang="th-TH" sz="800" dirty="0"/>
              <a:t>วันที่</a:t>
            </a:r>
            <a:r>
              <a:rPr lang="en-US" sz="800" dirty="0"/>
              <a:t>…/…./…</a:t>
            </a:r>
          </a:p>
          <a:p>
            <a:r>
              <a:rPr lang="th-TH" sz="800" dirty="0"/>
              <a:t>เวลา </a:t>
            </a:r>
            <a:r>
              <a:rPr lang="en-US" sz="800" dirty="0"/>
              <a:t>…. </a:t>
            </a:r>
            <a:r>
              <a:rPr lang="th-TH" sz="800" dirty="0"/>
              <a:t>น</a:t>
            </a:r>
            <a:r>
              <a:rPr lang="en-US" sz="800" dirty="0"/>
              <a:t>.</a:t>
            </a:r>
            <a:endParaRPr lang="th-TH" sz="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50A874-8694-1096-E918-FBDADE220A9D}"/>
              </a:ext>
            </a:extLst>
          </p:cNvPr>
          <p:cNvSpPr/>
          <p:nvPr/>
        </p:nvSpPr>
        <p:spPr>
          <a:xfrm>
            <a:off x="3324535" y="566368"/>
            <a:ext cx="1093237" cy="6335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sz="700" dirty="0"/>
              <a:t>องค์การบริหารส่วนตำบลลำนางรอง</a:t>
            </a:r>
          </a:p>
          <a:p>
            <a:r>
              <a:rPr lang="th-TH" sz="800" dirty="0"/>
              <a:t>เลขรับที่</a:t>
            </a:r>
            <a:r>
              <a:rPr lang="en-US" sz="800" dirty="0"/>
              <a:t> ……….</a:t>
            </a:r>
            <a:endParaRPr lang="th-TH" sz="800" dirty="0"/>
          </a:p>
          <a:p>
            <a:r>
              <a:rPr lang="th-TH" sz="800" dirty="0"/>
              <a:t>วันที่</a:t>
            </a:r>
            <a:r>
              <a:rPr lang="en-US" sz="800" dirty="0"/>
              <a:t>…/…./…</a:t>
            </a:r>
          </a:p>
          <a:p>
            <a:r>
              <a:rPr lang="th-TH" sz="800" dirty="0"/>
              <a:t>เวลา </a:t>
            </a:r>
            <a:r>
              <a:rPr lang="en-US" sz="800" dirty="0"/>
              <a:t>…. ….</a:t>
            </a:r>
            <a:r>
              <a:rPr lang="th-TH" sz="800" dirty="0"/>
              <a:t>น</a:t>
            </a:r>
            <a:r>
              <a:rPr lang="en-US" sz="800" dirty="0"/>
              <a:t>.</a:t>
            </a:r>
            <a:endParaRPr lang="th-TH" sz="8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919B9B-533D-A8D2-1CC2-2AA138457C59}"/>
              </a:ext>
            </a:extLst>
          </p:cNvPr>
          <p:cNvSpPr/>
          <p:nvPr/>
        </p:nvSpPr>
        <p:spPr>
          <a:xfrm>
            <a:off x="9261061" y="566369"/>
            <a:ext cx="2198448" cy="36933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โหลดเอกสาร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953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7541BB-964A-E979-F0CA-17CEFCEE72DA}"/>
              </a:ext>
            </a:extLst>
          </p:cNvPr>
          <p:cNvSpPr/>
          <p:nvPr/>
        </p:nvSpPr>
        <p:spPr>
          <a:xfrm>
            <a:off x="2892490" y="1502228"/>
            <a:ext cx="3303037" cy="413346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B8F10D-4B43-71F9-C401-95C9641BE0FA}"/>
              </a:ext>
            </a:extLst>
          </p:cNvPr>
          <p:cNvSpPr/>
          <p:nvPr/>
        </p:nvSpPr>
        <p:spPr>
          <a:xfrm>
            <a:off x="3023118" y="1688840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กองช่าง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1400D8-518E-CA02-9323-E8064E3EC368}"/>
              </a:ext>
            </a:extLst>
          </p:cNvPr>
          <p:cNvSpPr/>
          <p:nvPr/>
        </p:nvSpPr>
        <p:spPr>
          <a:xfrm>
            <a:off x="3046444" y="2323321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กองช่าง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DF41FB-F513-85A5-6BBA-3F686418215D}"/>
              </a:ext>
            </a:extLst>
          </p:cNvPr>
          <p:cNvSpPr/>
          <p:nvPr/>
        </p:nvSpPr>
        <p:spPr>
          <a:xfrm>
            <a:off x="3023117" y="2957802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กองช่าง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BDD410-F918-9EFC-AEA4-52937C4BDD0A}"/>
              </a:ext>
            </a:extLst>
          </p:cNvPr>
          <p:cNvSpPr/>
          <p:nvPr/>
        </p:nvSpPr>
        <p:spPr>
          <a:xfrm>
            <a:off x="3023116" y="3592283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กองช่าง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3CDCB0-B915-8AF1-CC62-8D50BDD315E5}"/>
              </a:ext>
            </a:extLst>
          </p:cNvPr>
          <p:cNvSpPr/>
          <p:nvPr/>
        </p:nvSpPr>
        <p:spPr>
          <a:xfrm>
            <a:off x="3023116" y="4226764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กองช่าง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392F23-BE71-9B47-69D0-1097540F1089}"/>
              </a:ext>
            </a:extLst>
          </p:cNvPr>
          <p:cNvSpPr/>
          <p:nvPr/>
        </p:nvSpPr>
        <p:spPr>
          <a:xfrm>
            <a:off x="3046443" y="4907898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กองช่าง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01B203-1EF9-5BA0-3C08-E5F0088506A4}"/>
              </a:ext>
            </a:extLst>
          </p:cNvPr>
          <p:cNvSpPr/>
          <p:nvPr/>
        </p:nvSpPr>
        <p:spPr>
          <a:xfrm>
            <a:off x="6774025" y="1502227"/>
            <a:ext cx="3303037" cy="413346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6FD802-D459-52AF-D5FD-D4CFA4613E2D}"/>
              </a:ext>
            </a:extLst>
          </p:cNvPr>
          <p:cNvSpPr/>
          <p:nvPr/>
        </p:nvSpPr>
        <p:spPr>
          <a:xfrm>
            <a:off x="6904653" y="1688839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กองช่าง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70D2ED-BE4E-FD63-9F68-5D0DA6BF20A3}"/>
              </a:ext>
            </a:extLst>
          </p:cNvPr>
          <p:cNvSpPr/>
          <p:nvPr/>
        </p:nvSpPr>
        <p:spPr>
          <a:xfrm>
            <a:off x="6927979" y="2323320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ชื่อคนในกองพร้อมตำแหน่ง</a:t>
            </a:r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49D8C2F-B461-8107-26EE-D28CDE3C4E7B}"/>
              </a:ext>
            </a:extLst>
          </p:cNvPr>
          <p:cNvSpPr/>
          <p:nvPr/>
        </p:nvSpPr>
        <p:spPr>
          <a:xfrm>
            <a:off x="6904652" y="2957801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ชื่อคนในกองพร้อมตำแหน่ง</a:t>
            </a:r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9F51910-17A0-54B5-8EF5-F2C343A68A24}"/>
              </a:ext>
            </a:extLst>
          </p:cNvPr>
          <p:cNvSpPr/>
          <p:nvPr/>
        </p:nvSpPr>
        <p:spPr>
          <a:xfrm>
            <a:off x="6904651" y="3592282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ชื่อคนในกองพร้อมตำแหน่ง</a:t>
            </a:r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D91E71A-84D7-10C6-7D8D-34AB1C61C5A4}"/>
              </a:ext>
            </a:extLst>
          </p:cNvPr>
          <p:cNvSpPr/>
          <p:nvPr/>
        </p:nvSpPr>
        <p:spPr>
          <a:xfrm>
            <a:off x="6904651" y="4226763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ชื่อคนในกองพร้อมตำแหน่ง</a:t>
            </a:r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2EA71B-1947-2EBC-FB46-5B6BBEC0042E}"/>
              </a:ext>
            </a:extLst>
          </p:cNvPr>
          <p:cNvSpPr/>
          <p:nvPr/>
        </p:nvSpPr>
        <p:spPr>
          <a:xfrm>
            <a:off x="6927978" y="4907897"/>
            <a:ext cx="2995127" cy="447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ชื่อคนในกองพร้อมตำแหน่ง</a:t>
            </a:r>
            <a:endParaRPr lang="en-US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62584E5-3B09-1A7D-9A90-DF8EDECC9A1E}"/>
              </a:ext>
            </a:extLst>
          </p:cNvPr>
          <p:cNvCxnSpPr>
            <a:stCxn id="5" idx="3"/>
            <a:endCxn id="20" idx="1"/>
          </p:cNvCxnSpPr>
          <p:nvPr/>
        </p:nvCxnSpPr>
        <p:spPr>
          <a:xfrm flipV="1">
            <a:off x="6018245" y="1912774"/>
            <a:ext cx="886408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E8D7C1F-5805-55FB-4F7D-B46FEC3404DF}"/>
              </a:ext>
            </a:extLst>
          </p:cNvPr>
          <p:cNvSpPr txBox="1"/>
          <p:nvPr/>
        </p:nvSpPr>
        <p:spPr>
          <a:xfrm>
            <a:off x="3778898" y="447869"/>
            <a:ext cx="4422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ตัวอย่าง </a:t>
            </a:r>
            <a:r>
              <a:rPr lang="en-US" dirty="0"/>
              <a:t>UI </a:t>
            </a:r>
            <a:r>
              <a:rPr lang="th-TH" dirty="0"/>
              <a:t>เลือกบุคคลที่ใช้ทุกโมดูลในระบบสารบรรณ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362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817</Words>
  <Application>Microsoft Office PowerPoint</Application>
  <PresentationFormat>Widescreen</PresentationFormat>
  <Paragraphs>150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ขั้นตอนการทำงาน</vt:lpstr>
      <vt:lpstr>0.คนสร้างตอนสร้างเสร็จเห็นหนังสือที่ตัวเองสร้าง</vt:lpstr>
      <vt:lpstr>PowerPoint Presentation</vt:lpstr>
      <vt:lpstr>1.หัวหน้ากอง/ผู้อำนวยการกองคนแรก</vt:lpstr>
      <vt:lpstr>PowerPoint Presentation</vt:lpstr>
      <vt:lpstr>2.ธุรการของกองแรกเซ็นส่งหัวหน้ากองถัดไป</vt:lpstr>
      <vt:lpstr>PowerPoint Presentation</vt:lpstr>
      <vt:lpstr>3.หัวหน้ากองที่สองเซ็นส่งธุการ</vt:lpstr>
      <vt:lpstr>PowerPoint Presentation</vt:lpstr>
      <vt:lpstr>4.ธุรการกองที่สองเซ็นและลงรับเลขทะเบียนรับ</vt:lpstr>
      <vt:lpstr>PowerPoint Presentation</vt:lpstr>
      <vt:lpstr>5.ปลัดเซ็นส่งนายก</vt:lpstr>
      <vt:lpstr>PowerPoint Presentation</vt:lpstr>
      <vt:lpstr>6. นายกเซ็น</vt:lpstr>
      <vt:lpstr>PowerPoint Presentation</vt:lpstr>
      <vt:lpstr>7. เสร็จแล้วจะดูรายละเอียดทั้งหมดเป็น PDF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OEM Guru IT</dc:creator>
  <cp:lastModifiedBy>OEM Guru IT</cp:lastModifiedBy>
  <cp:revision>4</cp:revision>
  <dcterms:created xsi:type="dcterms:W3CDTF">2026-08-15T09:41:02Z</dcterms:created>
  <dcterms:modified xsi:type="dcterms:W3CDTF">2026-08-15T13:52:44Z</dcterms:modified>
</cp:coreProperties>
</file>